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322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02514"/>
            <a:ext cx="11106785" cy="809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51658" y="2484882"/>
            <a:ext cx="14898369" cy="5177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3970" y="384543"/>
            <a:ext cx="4363738" cy="10811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38248" y="1629536"/>
            <a:ext cx="14165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mbria"/>
                <a:cs typeface="Cambria"/>
              </a:rPr>
              <a:t>Vel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spc="-55" dirty="0">
                <a:latin typeface="Cambria"/>
                <a:cs typeface="Cambria"/>
              </a:rPr>
              <a:t>Tech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Rangarajan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spc="-85" dirty="0">
                <a:latin typeface="Cambria"/>
                <a:cs typeface="Cambria"/>
              </a:rPr>
              <a:t>Dr.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6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162545" y="2116912"/>
            <a:ext cx="4321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1702" y="2506705"/>
            <a:ext cx="14876144" cy="4153535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R="107314" algn="ctr">
              <a:lnSpc>
                <a:spcPct val="100000"/>
              </a:lnSpc>
              <a:spcBef>
                <a:spcPts val="1360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>
              <a:latin typeface="Cambria"/>
              <a:cs typeface="Cambria"/>
            </a:endParaRPr>
          </a:p>
          <a:p>
            <a:pPr marR="107950" algn="ctr">
              <a:lnSpc>
                <a:spcPct val="100000"/>
              </a:lnSpc>
              <a:spcBef>
                <a:spcPts val="1090"/>
              </a:spcBef>
            </a:pPr>
            <a:r>
              <a:rPr sz="2800" b="1" spc="220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9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4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4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7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spc="36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9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8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37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>
              <a:latin typeface="Cambria"/>
              <a:cs typeface="Cambria"/>
            </a:endParaRPr>
          </a:p>
          <a:p>
            <a:pPr marL="2279015" marR="2384425" algn="ctr">
              <a:lnSpc>
                <a:spcPts val="6240"/>
              </a:lnSpc>
              <a:spcBef>
                <a:spcPts val="180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1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23-03-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85"/>
              </a:spcBef>
            </a:pPr>
            <a:r>
              <a:rPr sz="3600" b="1" dirty="0">
                <a:solidFill>
                  <a:srgbClr val="0033CC"/>
                </a:solidFill>
                <a:latin typeface="Times New Roman"/>
                <a:cs typeface="Times New Roman"/>
              </a:rPr>
              <a:t>Full</a:t>
            </a:r>
            <a:r>
              <a:rPr sz="3600" b="1" spc="-1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33CC"/>
                </a:solidFill>
                <a:latin typeface="Times New Roman"/>
                <a:cs typeface="Times New Roman"/>
              </a:rPr>
              <a:t>Stack</a:t>
            </a:r>
            <a:r>
              <a:rPr sz="3600" b="1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33CC"/>
                </a:solidFill>
                <a:latin typeface="Times New Roman"/>
                <a:cs typeface="Times New Roman"/>
              </a:rPr>
              <a:t>Skill</a:t>
            </a:r>
            <a:r>
              <a:rPr sz="3600" b="1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33CC"/>
                </a:solidFill>
                <a:latin typeface="Times New Roman"/>
                <a:cs typeface="Times New Roman"/>
              </a:rPr>
              <a:t>Learning</a:t>
            </a:r>
            <a:r>
              <a:rPr sz="3600" b="1" spc="-2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33CC"/>
                </a:solidFill>
                <a:latin typeface="Times New Roman"/>
                <a:cs typeface="Times New Roman"/>
              </a:rPr>
              <a:t>Academy</a:t>
            </a:r>
            <a:r>
              <a:rPr sz="3600" b="1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33CC"/>
                </a:solidFill>
                <a:latin typeface="Times New Roman"/>
                <a:cs typeface="Times New Roman"/>
              </a:rPr>
              <a:t>Marketplace</a:t>
            </a:r>
            <a:r>
              <a:rPr sz="3600" b="1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33CC"/>
                </a:solidFill>
                <a:latin typeface="Times New Roman"/>
                <a:cs typeface="Times New Roman"/>
              </a:rPr>
              <a:t>with</a:t>
            </a:r>
            <a:r>
              <a:rPr sz="3600" b="1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600" b="1" spc="-30" dirty="0">
                <a:solidFill>
                  <a:srgbClr val="0033CC"/>
                </a:solidFill>
                <a:latin typeface="Times New Roman"/>
                <a:cs typeface="Times New Roman"/>
              </a:rPr>
              <a:t>Secure</a:t>
            </a:r>
            <a:r>
              <a:rPr sz="3600" b="1" spc="-19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Authentication</a:t>
            </a:r>
            <a:endParaRPr sz="3600">
              <a:latin typeface="Times New Roman"/>
              <a:cs typeface="Times New Roman"/>
            </a:endParaRPr>
          </a:p>
          <a:p>
            <a:pPr marR="84455" algn="ctr">
              <a:lnSpc>
                <a:spcPct val="100000"/>
              </a:lnSpc>
              <a:spcBef>
                <a:spcPts val="2005"/>
              </a:spcBef>
            </a:pPr>
            <a:r>
              <a:rPr sz="2400" b="1" dirty="0">
                <a:latin typeface="Times New Roman"/>
                <a:cs typeface="Times New Roman"/>
              </a:rPr>
              <a:t>SDG:–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SDG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4-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Quality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Education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2718" y="7739786"/>
            <a:ext cx="7178675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3000" b="1" dirty="0">
                <a:latin typeface="Cambria"/>
                <a:cs typeface="Cambria"/>
              </a:rPr>
              <a:t>Presented</a:t>
            </a:r>
            <a:r>
              <a:rPr sz="3000" b="1" spc="-95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By:</a:t>
            </a:r>
            <a:r>
              <a:rPr sz="3000" b="1" spc="-85" dirty="0">
                <a:latin typeface="Cambria"/>
                <a:cs typeface="Cambria"/>
              </a:rPr>
              <a:t> </a:t>
            </a:r>
            <a:r>
              <a:rPr sz="3000" spc="-30" dirty="0">
                <a:latin typeface="Cambria"/>
                <a:cs typeface="Cambria"/>
              </a:rPr>
              <a:t>Velaga</a:t>
            </a:r>
            <a:r>
              <a:rPr sz="3000" spc="-8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Sai</a:t>
            </a:r>
            <a:r>
              <a:rPr sz="3000" spc="-8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Navadeep</a:t>
            </a:r>
            <a:r>
              <a:rPr sz="3000" spc="-10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Krishna </a:t>
            </a:r>
            <a:r>
              <a:rPr sz="3000" dirty="0">
                <a:latin typeface="Cambria"/>
                <a:cs typeface="Cambria"/>
              </a:rPr>
              <a:t>VTU24596</a:t>
            </a:r>
            <a:r>
              <a:rPr sz="3000" spc="-6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7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Reg.No:23UECS0600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24743" y="7765802"/>
            <a:ext cx="6485890" cy="1428750"/>
          </a:xfrm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4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64"/>
              </a:spcBef>
            </a:pPr>
            <a:r>
              <a:rPr sz="3200" spc="-90" dirty="0">
                <a:latin typeface="Calibri"/>
                <a:cs typeface="Calibri"/>
              </a:rPr>
              <a:t>Dr.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Hafizur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Rahman</a:t>
            </a:r>
            <a:r>
              <a:rPr sz="3000" dirty="0">
                <a:latin typeface="Cambria"/>
                <a:cs typeface="Cambria"/>
              </a:rPr>
              <a:t>-</a:t>
            </a:r>
            <a:r>
              <a:rPr sz="3000" spc="54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B.E.,</a:t>
            </a:r>
            <a:r>
              <a:rPr sz="3000" spc="-80" dirty="0">
                <a:latin typeface="Cambria"/>
                <a:cs typeface="Cambria"/>
              </a:rPr>
              <a:t> </a:t>
            </a:r>
            <a:r>
              <a:rPr sz="3000" spc="-25" dirty="0">
                <a:latin typeface="Cambria"/>
                <a:cs typeface="Cambria"/>
              </a:rPr>
              <a:t>M.Tech.,</a:t>
            </a:r>
            <a:r>
              <a:rPr sz="3000" spc="-8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Ph.D.</a:t>
            </a:r>
            <a:endParaRPr sz="3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6081" y="1952244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5">
                <a:moveTo>
                  <a:pt x="496227" y="0"/>
                </a:moveTo>
                <a:lnTo>
                  <a:pt x="448437" y="2271"/>
                </a:lnTo>
                <a:lnTo>
                  <a:pt x="401933" y="8945"/>
                </a:lnTo>
                <a:lnTo>
                  <a:pt x="356922" y="19816"/>
                </a:lnTo>
                <a:lnTo>
                  <a:pt x="313612" y="34675"/>
                </a:lnTo>
                <a:lnTo>
                  <a:pt x="272211" y="53314"/>
                </a:lnTo>
                <a:lnTo>
                  <a:pt x="232927" y="75525"/>
                </a:lnTo>
                <a:lnTo>
                  <a:pt x="195968" y="101101"/>
                </a:lnTo>
                <a:lnTo>
                  <a:pt x="161541" y="129834"/>
                </a:lnTo>
                <a:lnTo>
                  <a:pt x="129856" y="161516"/>
                </a:lnTo>
                <a:lnTo>
                  <a:pt x="101119" y="195938"/>
                </a:lnTo>
                <a:lnTo>
                  <a:pt x="75539" y="232894"/>
                </a:lnTo>
                <a:lnTo>
                  <a:pt x="53324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4" y="720202"/>
                </a:lnTo>
                <a:lnTo>
                  <a:pt x="75539" y="759483"/>
                </a:lnTo>
                <a:lnTo>
                  <a:pt x="101119" y="796439"/>
                </a:lnTo>
                <a:lnTo>
                  <a:pt x="129856" y="830861"/>
                </a:lnTo>
                <a:lnTo>
                  <a:pt x="161541" y="862543"/>
                </a:lnTo>
                <a:lnTo>
                  <a:pt x="195968" y="891276"/>
                </a:lnTo>
                <a:lnTo>
                  <a:pt x="232927" y="916852"/>
                </a:lnTo>
                <a:lnTo>
                  <a:pt x="272211" y="939063"/>
                </a:lnTo>
                <a:lnTo>
                  <a:pt x="313612" y="957702"/>
                </a:lnTo>
                <a:lnTo>
                  <a:pt x="356922" y="972561"/>
                </a:lnTo>
                <a:lnTo>
                  <a:pt x="401933" y="983432"/>
                </a:lnTo>
                <a:lnTo>
                  <a:pt x="448437" y="990106"/>
                </a:lnTo>
                <a:lnTo>
                  <a:pt x="496227" y="992377"/>
                </a:lnTo>
                <a:lnTo>
                  <a:pt x="544017" y="990106"/>
                </a:lnTo>
                <a:lnTo>
                  <a:pt x="590522" y="983432"/>
                </a:lnTo>
                <a:lnTo>
                  <a:pt x="635532" y="972561"/>
                </a:lnTo>
                <a:lnTo>
                  <a:pt x="678841" y="957702"/>
                </a:lnTo>
                <a:lnTo>
                  <a:pt x="720240" y="939063"/>
                </a:lnTo>
                <a:lnTo>
                  <a:pt x="759521" y="916852"/>
                </a:lnTo>
                <a:lnTo>
                  <a:pt x="796477" y="891276"/>
                </a:lnTo>
                <a:lnTo>
                  <a:pt x="830899" y="862543"/>
                </a:lnTo>
                <a:lnTo>
                  <a:pt x="862581" y="830861"/>
                </a:lnTo>
                <a:lnTo>
                  <a:pt x="891314" y="796439"/>
                </a:lnTo>
                <a:lnTo>
                  <a:pt x="916890" y="759483"/>
                </a:lnTo>
                <a:lnTo>
                  <a:pt x="939101" y="720202"/>
                </a:lnTo>
                <a:lnTo>
                  <a:pt x="957740" y="678803"/>
                </a:lnTo>
                <a:lnTo>
                  <a:pt x="972599" y="635494"/>
                </a:lnTo>
                <a:lnTo>
                  <a:pt x="983470" y="590484"/>
                </a:lnTo>
                <a:lnTo>
                  <a:pt x="990144" y="543979"/>
                </a:lnTo>
                <a:lnTo>
                  <a:pt x="992416" y="496188"/>
                </a:lnTo>
                <a:lnTo>
                  <a:pt x="990144" y="448398"/>
                </a:lnTo>
                <a:lnTo>
                  <a:pt x="983470" y="401893"/>
                </a:lnTo>
                <a:lnTo>
                  <a:pt x="972599" y="356883"/>
                </a:lnTo>
                <a:lnTo>
                  <a:pt x="957740" y="313574"/>
                </a:lnTo>
                <a:lnTo>
                  <a:pt x="939101" y="272175"/>
                </a:lnTo>
                <a:lnTo>
                  <a:pt x="916890" y="232894"/>
                </a:lnTo>
                <a:lnTo>
                  <a:pt x="891314" y="195938"/>
                </a:lnTo>
                <a:lnTo>
                  <a:pt x="862581" y="161516"/>
                </a:lnTo>
                <a:lnTo>
                  <a:pt x="830899" y="129834"/>
                </a:lnTo>
                <a:lnTo>
                  <a:pt x="796477" y="101101"/>
                </a:lnTo>
                <a:lnTo>
                  <a:pt x="759521" y="75525"/>
                </a:lnTo>
                <a:lnTo>
                  <a:pt x="720240" y="53314"/>
                </a:lnTo>
                <a:lnTo>
                  <a:pt x="678841" y="34675"/>
                </a:lnTo>
                <a:lnTo>
                  <a:pt x="635532" y="19816"/>
                </a:lnTo>
                <a:lnTo>
                  <a:pt x="590522" y="8945"/>
                </a:lnTo>
                <a:lnTo>
                  <a:pt x="544017" y="2271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556" y="2198878"/>
            <a:ext cx="148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7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8232" y="444728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6583" y="4570221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8232" y="3107308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4203" y="3230118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8232" y="511581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80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7"/>
                </a:lnTo>
                <a:lnTo>
                  <a:pt x="299751" y="539308"/>
                </a:lnTo>
                <a:lnTo>
                  <a:pt x="342743" y="526683"/>
                </a:lnTo>
                <a:lnTo>
                  <a:pt x="382332" y="506579"/>
                </a:lnTo>
                <a:lnTo>
                  <a:pt x="417800" y="479761"/>
                </a:lnTo>
                <a:lnTo>
                  <a:pt x="448430" y="446995"/>
                </a:lnTo>
                <a:lnTo>
                  <a:pt x="473503" y="409048"/>
                </a:lnTo>
                <a:lnTo>
                  <a:pt x="492302" y="366685"/>
                </a:lnTo>
                <a:lnTo>
                  <a:pt x="504108" y="320674"/>
                </a:lnTo>
                <a:lnTo>
                  <a:pt x="508203" y="271780"/>
                </a:lnTo>
                <a:lnTo>
                  <a:pt x="504108" y="222923"/>
                </a:lnTo>
                <a:lnTo>
                  <a:pt x="492302" y="176941"/>
                </a:lnTo>
                <a:lnTo>
                  <a:pt x="473503" y="134601"/>
                </a:lnTo>
                <a:lnTo>
                  <a:pt x="448430" y="96669"/>
                </a:lnTo>
                <a:lnTo>
                  <a:pt x="417800" y="63914"/>
                </a:lnTo>
                <a:lnTo>
                  <a:pt x="382332" y="37102"/>
                </a:lnTo>
                <a:lnTo>
                  <a:pt x="342743" y="17001"/>
                </a:lnTo>
                <a:lnTo>
                  <a:pt x="299751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680" y="523875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8232" y="37764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1" y="539431"/>
                </a:lnTo>
                <a:lnTo>
                  <a:pt x="342743" y="526796"/>
                </a:lnTo>
                <a:lnTo>
                  <a:pt x="382332" y="506678"/>
                </a:lnTo>
                <a:lnTo>
                  <a:pt x="417800" y="479846"/>
                </a:lnTo>
                <a:lnTo>
                  <a:pt x="448430" y="447070"/>
                </a:lnTo>
                <a:lnTo>
                  <a:pt x="473503" y="409118"/>
                </a:lnTo>
                <a:lnTo>
                  <a:pt x="492302" y="366761"/>
                </a:lnTo>
                <a:lnTo>
                  <a:pt x="504108" y="320767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680" y="3899407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8232" y="645579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80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7"/>
                </a:lnTo>
                <a:lnTo>
                  <a:pt x="299751" y="539308"/>
                </a:lnTo>
                <a:lnTo>
                  <a:pt x="342743" y="526683"/>
                </a:lnTo>
                <a:lnTo>
                  <a:pt x="382332" y="506579"/>
                </a:lnTo>
                <a:lnTo>
                  <a:pt x="417800" y="479761"/>
                </a:lnTo>
                <a:lnTo>
                  <a:pt x="448430" y="446995"/>
                </a:lnTo>
                <a:lnTo>
                  <a:pt x="473503" y="409048"/>
                </a:lnTo>
                <a:lnTo>
                  <a:pt x="492302" y="366685"/>
                </a:lnTo>
                <a:lnTo>
                  <a:pt x="504108" y="320674"/>
                </a:lnTo>
                <a:lnTo>
                  <a:pt x="508203" y="271780"/>
                </a:lnTo>
                <a:lnTo>
                  <a:pt x="504108" y="222923"/>
                </a:lnTo>
                <a:lnTo>
                  <a:pt x="492302" y="176941"/>
                </a:lnTo>
                <a:lnTo>
                  <a:pt x="473503" y="134601"/>
                </a:lnTo>
                <a:lnTo>
                  <a:pt x="448430" y="96669"/>
                </a:lnTo>
                <a:lnTo>
                  <a:pt x="417800" y="63914"/>
                </a:lnTo>
                <a:lnTo>
                  <a:pt x="382332" y="37102"/>
                </a:lnTo>
                <a:lnTo>
                  <a:pt x="342743" y="17001"/>
                </a:lnTo>
                <a:lnTo>
                  <a:pt x="299751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203" y="6578854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8232" y="578485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632" y="5908039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8232" y="712330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1155" y="7246746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8232" y="77909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632" y="7914513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110772" y="1900453"/>
            <a:ext cx="15198725" cy="6045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Internal department events like technical fests require an efficient system to manage registrations and track attendees.</a:t>
            </a:r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Manual ticketing processes lead to data loss, long queues, and confusion over seat availability.</a:t>
            </a:r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This creates a strong need for a dynamic, user-friendly online booking platform for students and faculty.</a:t>
            </a:r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The proposed system is a Single Page Application (SPA) built purely using React JS for seamless interaction.</a:t>
            </a:r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It allows users to instantly view event details, book tickets, and receive real-time confirmation without page reloads.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9358" y="2648076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7"/>
                </a:lnTo>
                <a:lnTo>
                  <a:pt x="313612" y="34693"/>
                </a:lnTo>
                <a:lnTo>
                  <a:pt x="272211" y="53341"/>
                </a:lnTo>
                <a:lnTo>
                  <a:pt x="232927" y="75562"/>
                </a:lnTo>
                <a:lnTo>
                  <a:pt x="195968" y="101148"/>
                </a:lnTo>
                <a:lnTo>
                  <a:pt x="161541" y="129892"/>
                </a:lnTo>
                <a:lnTo>
                  <a:pt x="129856" y="161585"/>
                </a:lnTo>
                <a:lnTo>
                  <a:pt x="101119" y="196018"/>
                </a:lnTo>
                <a:lnTo>
                  <a:pt x="75539" y="232985"/>
                </a:lnTo>
                <a:lnTo>
                  <a:pt x="53324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6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4" y="720329"/>
                </a:lnTo>
                <a:lnTo>
                  <a:pt x="75539" y="759610"/>
                </a:lnTo>
                <a:lnTo>
                  <a:pt x="101119" y="796566"/>
                </a:lnTo>
                <a:lnTo>
                  <a:pt x="129856" y="830988"/>
                </a:lnTo>
                <a:lnTo>
                  <a:pt x="161541" y="862670"/>
                </a:lnTo>
                <a:lnTo>
                  <a:pt x="195968" y="891403"/>
                </a:lnTo>
                <a:lnTo>
                  <a:pt x="232927" y="916979"/>
                </a:lnTo>
                <a:lnTo>
                  <a:pt x="272211" y="939190"/>
                </a:lnTo>
                <a:lnTo>
                  <a:pt x="313612" y="957829"/>
                </a:lnTo>
                <a:lnTo>
                  <a:pt x="356922" y="972688"/>
                </a:lnTo>
                <a:lnTo>
                  <a:pt x="401933" y="983559"/>
                </a:lnTo>
                <a:lnTo>
                  <a:pt x="448437" y="990233"/>
                </a:lnTo>
                <a:lnTo>
                  <a:pt x="496227" y="992504"/>
                </a:lnTo>
                <a:lnTo>
                  <a:pt x="544022" y="990233"/>
                </a:lnTo>
                <a:lnTo>
                  <a:pt x="590530" y="983559"/>
                </a:lnTo>
                <a:lnTo>
                  <a:pt x="635544" y="972688"/>
                </a:lnTo>
                <a:lnTo>
                  <a:pt x="678855" y="957829"/>
                </a:lnTo>
                <a:lnTo>
                  <a:pt x="720256" y="939190"/>
                </a:lnTo>
                <a:lnTo>
                  <a:pt x="759539" y="916979"/>
                </a:lnTo>
                <a:lnTo>
                  <a:pt x="796497" y="891403"/>
                </a:lnTo>
                <a:lnTo>
                  <a:pt x="830921" y="862670"/>
                </a:lnTo>
                <a:lnTo>
                  <a:pt x="862604" y="830988"/>
                </a:lnTo>
                <a:lnTo>
                  <a:pt x="891337" y="796566"/>
                </a:lnTo>
                <a:lnTo>
                  <a:pt x="916914" y="759610"/>
                </a:lnTo>
                <a:lnTo>
                  <a:pt x="939126" y="720329"/>
                </a:lnTo>
                <a:lnTo>
                  <a:pt x="957765" y="678930"/>
                </a:lnTo>
                <a:lnTo>
                  <a:pt x="972624" y="635621"/>
                </a:lnTo>
                <a:lnTo>
                  <a:pt x="983495" y="590611"/>
                </a:lnTo>
                <a:lnTo>
                  <a:pt x="990170" y="544106"/>
                </a:lnTo>
                <a:lnTo>
                  <a:pt x="992441" y="496316"/>
                </a:lnTo>
                <a:lnTo>
                  <a:pt x="990170" y="448523"/>
                </a:lnTo>
                <a:lnTo>
                  <a:pt x="983495" y="402015"/>
                </a:lnTo>
                <a:lnTo>
                  <a:pt x="972624" y="356999"/>
                </a:lnTo>
                <a:lnTo>
                  <a:pt x="957765" y="313683"/>
                </a:lnTo>
                <a:lnTo>
                  <a:pt x="939126" y="272276"/>
                </a:lnTo>
                <a:lnTo>
                  <a:pt x="916914" y="232985"/>
                </a:lnTo>
                <a:lnTo>
                  <a:pt x="891337" y="196018"/>
                </a:lnTo>
                <a:lnTo>
                  <a:pt x="862604" y="161585"/>
                </a:lnTo>
                <a:lnTo>
                  <a:pt x="830921" y="129892"/>
                </a:lnTo>
                <a:lnTo>
                  <a:pt x="796497" y="101148"/>
                </a:lnTo>
                <a:lnTo>
                  <a:pt x="759539" y="75562"/>
                </a:lnTo>
                <a:lnTo>
                  <a:pt x="720256" y="53341"/>
                </a:lnTo>
                <a:lnTo>
                  <a:pt x="678855" y="34693"/>
                </a:lnTo>
                <a:lnTo>
                  <a:pt x="635544" y="19827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9761" y="2894533"/>
            <a:ext cx="2311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1509" y="442823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632" y="45514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5217032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1509" y="376250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38854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7252" y="6548755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680" y="5883020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4203" y="7216520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22680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xfrm>
            <a:off x="2362200" y="2269987"/>
            <a:ext cx="13193142" cy="6045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Students and faculty struggle with traditional, paper-based forms that lack real-time updates.</a:t>
            </a:r>
          </a:p>
          <a:p>
            <a:pPr algn="just"/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Static forms fail to track available tickets dynamically, frequently resulting in severe overbooking.</a:t>
            </a:r>
          </a:p>
          <a:p>
            <a:pPr algn="just"/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Users often submit invalid data, such as incorrect email formats or negative ticket quantities, causing administrative overhead.</a:t>
            </a:r>
          </a:p>
          <a:p>
            <a:pPr algn="just"/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absence of immediate booking confirmation leaves attendees uncertain about their registration status.</a:t>
            </a:r>
          </a:p>
          <a:p>
            <a:pPr algn="just"/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There is a clear need for a React-based application that enforces strict client-side validation and instant state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331571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7"/>
                </a:lnTo>
                <a:lnTo>
                  <a:pt x="313612" y="34693"/>
                </a:lnTo>
                <a:lnTo>
                  <a:pt x="272211" y="53341"/>
                </a:lnTo>
                <a:lnTo>
                  <a:pt x="232927" y="75562"/>
                </a:lnTo>
                <a:lnTo>
                  <a:pt x="195968" y="101148"/>
                </a:lnTo>
                <a:lnTo>
                  <a:pt x="161541" y="129892"/>
                </a:lnTo>
                <a:lnTo>
                  <a:pt x="129856" y="161585"/>
                </a:lnTo>
                <a:lnTo>
                  <a:pt x="101119" y="196018"/>
                </a:lnTo>
                <a:lnTo>
                  <a:pt x="75539" y="232985"/>
                </a:lnTo>
                <a:lnTo>
                  <a:pt x="53324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5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4" y="720329"/>
                </a:lnTo>
                <a:lnTo>
                  <a:pt x="75539" y="759610"/>
                </a:lnTo>
                <a:lnTo>
                  <a:pt x="101119" y="796566"/>
                </a:lnTo>
                <a:lnTo>
                  <a:pt x="129856" y="830988"/>
                </a:lnTo>
                <a:lnTo>
                  <a:pt x="161541" y="862670"/>
                </a:lnTo>
                <a:lnTo>
                  <a:pt x="195968" y="891403"/>
                </a:lnTo>
                <a:lnTo>
                  <a:pt x="232927" y="916979"/>
                </a:lnTo>
                <a:lnTo>
                  <a:pt x="272211" y="939190"/>
                </a:lnTo>
                <a:lnTo>
                  <a:pt x="313612" y="957829"/>
                </a:lnTo>
                <a:lnTo>
                  <a:pt x="356922" y="972688"/>
                </a:lnTo>
                <a:lnTo>
                  <a:pt x="401933" y="983559"/>
                </a:lnTo>
                <a:lnTo>
                  <a:pt x="448437" y="990233"/>
                </a:lnTo>
                <a:lnTo>
                  <a:pt x="496227" y="992504"/>
                </a:lnTo>
                <a:lnTo>
                  <a:pt x="544022" y="990233"/>
                </a:lnTo>
                <a:lnTo>
                  <a:pt x="590530" y="983559"/>
                </a:lnTo>
                <a:lnTo>
                  <a:pt x="635544" y="972688"/>
                </a:lnTo>
                <a:lnTo>
                  <a:pt x="678855" y="957829"/>
                </a:lnTo>
                <a:lnTo>
                  <a:pt x="720256" y="939190"/>
                </a:lnTo>
                <a:lnTo>
                  <a:pt x="759539" y="916979"/>
                </a:lnTo>
                <a:lnTo>
                  <a:pt x="796497" y="891403"/>
                </a:lnTo>
                <a:lnTo>
                  <a:pt x="830921" y="862670"/>
                </a:lnTo>
                <a:lnTo>
                  <a:pt x="862604" y="830988"/>
                </a:lnTo>
                <a:lnTo>
                  <a:pt x="891337" y="796566"/>
                </a:lnTo>
                <a:lnTo>
                  <a:pt x="916914" y="759610"/>
                </a:lnTo>
                <a:lnTo>
                  <a:pt x="939126" y="720329"/>
                </a:lnTo>
                <a:lnTo>
                  <a:pt x="957765" y="678930"/>
                </a:lnTo>
                <a:lnTo>
                  <a:pt x="972624" y="635621"/>
                </a:lnTo>
                <a:lnTo>
                  <a:pt x="983495" y="590611"/>
                </a:lnTo>
                <a:lnTo>
                  <a:pt x="990170" y="544106"/>
                </a:lnTo>
                <a:lnTo>
                  <a:pt x="992441" y="496315"/>
                </a:lnTo>
                <a:lnTo>
                  <a:pt x="990170" y="448523"/>
                </a:lnTo>
                <a:lnTo>
                  <a:pt x="983495" y="402015"/>
                </a:lnTo>
                <a:lnTo>
                  <a:pt x="972624" y="356999"/>
                </a:lnTo>
                <a:lnTo>
                  <a:pt x="957765" y="313683"/>
                </a:lnTo>
                <a:lnTo>
                  <a:pt x="939126" y="272276"/>
                </a:lnTo>
                <a:lnTo>
                  <a:pt x="916914" y="232985"/>
                </a:lnTo>
                <a:lnTo>
                  <a:pt x="891337" y="196018"/>
                </a:lnTo>
                <a:lnTo>
                  <a:pt x="862604" y="161585"/>
                </a:lnTo>
                <a:lnTo>
                  <a:pt x="830921" y="129892"/>
                </a:lnTo>
                <a:lnTo>
                  <a:pt x="796497" y="101148"/>
                </a:lnTo>
                <a:lnTo>
                  <a:pt x="759539" y="75562"/>
                </a:lnTo>
                <a:lnTo>
                  <a:pt x="720256" y="53341"/>
                </a:lnTo>
                <a:lnTo>
                  <a:pt x="678855" y="34693"/>
                </a:lnTo>
                <a:lnTo>
                  <a:pt x="635544" y="19827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3562603"/>
            <a:ext cx="236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442823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9632" y="45514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17032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1509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8755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83020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216520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OBJECTIVE(S)</a:t>
            </a:r>
          </a:p>
        </p:txBody>
      </p:sp>
      <p:sp>
        <p:nvSpPr>
          <p:cNvPr id="21" name="object 21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438400" y="1945188"/>
            <a:ext cx="14102080" cy="63966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/>
                <a:cs typeface="Calibri"/>
              </a:rPr>
              <a:t> </a:t>
            </a:r>
            <a:r>
              <a:rPr lang="en-US" sz="3200" dirty="0">
                <a:effectLst/>
              </a:rPr>
              <a:t>To design and develop a React JS based web application that allows students and faculty to seamlessly view event details and book tickets online.</a:t>
            </a:r>
            <a:br>
              <a:rPr lang="en-US" sz="3200" dirty="0"/>
            </a:b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To implement dynamic state management using the React </a:t>
            </a:r>
            <a:r>
              <a:rPr lang="en-US" sz="3200" dirty="0" err="1">
                <a:effectLst/>
              </a:rPr>
              <a:t>useState</a:t>
            </a:r>
            <a:r>
              <a:rPr lang="en-US" sz="3200" dirty="0">
                <a:effectLst/>
              </a:rPr>
              <a:t> hook for tracking available tickets and preventing overbooking.</a:t>
            </a:r>
            <a:endParaRPr lang="en-US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To ensure data integrity by enforcing strict client-side validation for mandatory fields, valid email formats, and positive ticket quantities.</a:t>
            </a:r>
            <a:endParaRPr lang="en-US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To provide an intuitive, component-based user interface that dynamically renders a booking confirmation summary upon success.</a:t>
            </a:r>
            <a:endParaRPr lang="en-US" sz="3200" dirty="0"/>
          </a:p>
          <a:p>
            <a:pPr marL="469900" marR="5080" indent="-45720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3983354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6"/>
                </a:lnTo>
                <a:lnTo>
                  <a:pt x="313612" y="34691"/>
                </a:lnTo>
                <a:lnTo>
                  <a:pt x="272211" y="53337"/>
                </a:lnTo>
                <a:lnTo>
                  <a:pt x="232927" y="75556"/>
                </a:lnTo>
                <a:lnTo>
                  <a:pt x="195968" y="101139"/>
                </a:lnTo>
                <a:lnTo>
                  <a:pt x="161541" y="129879"/>
                </a:lnTo>
                <a:lnTo>
                  <a:pt x="129856" y="161566"/>
                </a:lnTo>
                <a:lnTo>
                  <a:pt x="101119" y="195993"/>
                </a:lnTo>
                <a:lnTo>
                  <a:pt x="75539" y="232950"/>
                </a:lnTo>
                <a:lnTo>
                  <a:pt x="53324" y="272231"/>
                </a:lnTo>
                <a:lnTo>
                  <a:pt x="34682" y="313627"/>
                </a:lnTo>
                <a:lnTo>
                  <a:pt x="19820" y="356928"/>
                </a:lnTo>
                <a:lnTo>
                  <a:pt x="8947" y="401928"/>
                </a:lnTo>
                <a:lnTo>
                  <a:pt x="2271" y="448418"/>
                </a:lnTo>
                <a:lnTo>
                  <a:pt x="0" y="496189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4" y="720228"/>
                </a:lnTo>
                <a:lnTo>
                  <a:pt x="75539" y="759519"/>
                </a:lnTo>
                <a:lnTo>
                  <a:pt x="101119" y="796486"/>
                </a:lnTo>
                <a:lnTo>
                  <a:pt x="129856" y="830919"/>
                </a:lnTo>
                <a:lnTo>
                  <a:pt x="161541" y="862612"/>
                </a:lnTo>
                <a:lnTo>
                  <a:pt x="195968" y="891356"/>
                </a:lnTo>
                <a:lnTo>
                  <a:pt x="232927" y="916942"/>
                </a:lnTo>
                <a:lnTo>
                  <a:pt x="272211" y="939163"/>
                </a:lnTo>
                <a:lnTo>
                  <a:pt x="313612" y="957811"/>
                </a:lnTo>
                <a:lnTo>
                  <a:pt x="356922" y="972677"/>
                </a:lnTo>
                <a:lnTo>
                  <a:pt x="401933" y="983554"/>
                </a:lnTo>
                <a:lnTo>
                  <a:pt x="448437" y="990232"/>
                </a:lnTo>
                <a:lnTo>
                  <a:pt x="496227" y="992505"/>
                </a:lnTo>
                <a:lnTo>
                  <a:pt x="544022" y="990232"/>
                </a:lnTo>
                <a:lnTo>
                  <a:pt x="590530" y="983554"/>
                </a:lnTo>
                <a:lnTo>
                  <a:pt x="635544" y="972677"/>
                </a:lnTo>
                <a:lnTo>
                  <a:pt x="678855" y="957811"/>
                </a:lnTo>
                <a:lnTo>
                  <a:pt x="720256" y="939163"/>
                </a:lnTo>
                <a:lnTo>
                  <a:pt x="759539" y="916942"/>
                </a:lnTo>
                <a:lnTo>
                  <a:pt x="796497" y="891356"/>
                </a:lnTo>
                <a:lnTo>
                  <a:pt x="830921" y="862612"/>
                </a:lnTo>
                <a:lnTo>
                  <a:pt x="862604" y="830919"/>
                </a:lnTo>
                <a:lnTo>
                  <a:pt x="891337" y="796486"/>
                </a:lnTo>
                <a:lnTo>
                  <a:pt x="916914" y="759519"/>
                </a:lnTo>
                <a:lnTo>
                  <a:pt x="939126" y="720228"/>
                </a:lnTo>
                <a:lnTo>
                  <a:pt x="957765" y="678821"/>
                </a:lnTo>
                <a:lnTo>
                  <a:pt x="972624" y="635505"/>
                </a:lnTo>
                <a:lnTo>
                  <a:pt x="983495" y="590489"/>
                </a:lnTo>
                <a:lnTo>
                  <a:pt x="990170" y="543981"/>
                </a:lnTo>
                <a:lnTo>
                  <a:pt x="992441" y="496189"/>
                </a:lnTo>
                <a:lnTo>
                  <a:pt x="990170" y="448418"/>
                </a:lnTo>
                <a:lnTo>
                  <a:pt x="983495" y="401928"/>
                </a:lnTo>
                <a:lnTo>
                  <a:pt x="972624" y="356928"/>
                </a:lnTo>
                <a:lnTo>
                  <a:pt x="957765" y="313627"/>
                </a:lnTo>
                <a:lnTo>
                  <a:pt x="939126" y="272231"/>
                </a:lnTo>
                <a:lnTo>
                  <a:pt x="916914" y="232950"/>
                </a:lnTo>
                <a:lnTo>
                  <a:pt x="891337" y="195993"/>
                </a:lnTo>
                <a:lnTo>
                  <a:pt x="862604" y="161566"/>
                </a:lnTo>
                <a:lnTo>
                  <a:pt x="830921" y="129879"/>
                </a:lnTo>
                <a:lnTo>
                  <a:pt x="796497" y="101139"/>
                </a:lnTo>
                <a:lnTo>
                  <a:pt x="759539" y="75556"/>
                </a:lnTo>
                <a:lnTo>
                  <a:pt x="720256" y="53337"/>
                </a:lnTo>
                <a:lnTo>
                  <a:pt x="678855" y="34691"/>
                </a:lnTo>
                <a:lnTo>
                  <a:pt x="635544" y="19826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569" y="4230370"/>
            <a:ext cx="2559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17032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1509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8755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83020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216520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6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873757" y="1557273"/>
            <a:ext cx="15693390" cy="64145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A fast, responsive web application built using functional React components and JSX.</a:t>
            </a:r>
            <a:endParaRPr lang="en-US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Features a dedicated Event Details Module that displays the venue, date, time, and dynamic ticket availability.</a:t>
            </a:r>
            <a:endParaRPr lang="en-US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Includes a secure Ticket Booking Module that captures user data (Name, Email, Department, Quantity).</a:t>
            </a:r>
            <a:endParaRPr lang="en-US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Implements instant client-side validation to catch invalid inputs gracefully before submission.</a:t>
            </a:r>
            <a:endParaRPr lang="en-US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Utilizes conditional rendering to replace the booking form with a personalized success summary automatically.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465582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1"/>
                </a:lnTo>
                <a:lnTo>
                  <a:pt x="401933" y="8945"/>
                </a:lnTo>
                <a:lnTo>
                  <a:pt x="356922" y="19816"/>
                </a:lnTo>
                <a:lnTo>
                  <a:pt x="313612" y="34675"/>
                </a:lnTo>
                <a:lnTo>
                  <a:pt x="272211" y="53314"/>
                </a:lnTo>
                <a:lnTo>
                  <a:pt x="232927" y="75525"/>
                </a:lnTo>
                <a:lnTo>
                  <a:pt x="195968" y="101101"/>
                </a:lnTo>
                <a:lnTo>
                  <a:pt x="161541" y="129834"/>
                </a:lnTo>
                <a:lnTo>
                  <a:pt x="129856" y="161516"/>
                </a:lnTo>
                <a:lnTo>
                  <a:pt x="101119" y="195938"/>
                </a:lnTo>
                <a:lnTo>
                  <a:pt x="75539" y="232894"/>
                </a:lnTo>
                <a:lnTo>
                  <a:pt x="53324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4" y="720202"/>
                </a:lnTo>
                <a:lnTo>
                  <a:pt x="75539" y="759483"/>
                </a:lnTo>
                <a:lnTo>
                  <a:pt x="101119" y="796439"/>
                </a:lnTo>
                <a:lnTo>
                  <a:pt x="129856" y="830861"/>
                </a:lnTo>
                <a:lnTo>
                  <a:pt x="161541" y="862543"/>
                </a:lnTo>
                <a:lnTo>
                  <a:pt x="195968" y="891276"/>
                </a:lnTo>
                <a:lnTo>
                  <a:pt x="232927" y="916852"/>
                </a:lnTo>
                <a:lnTo>
                  <a:pt x="272211" y="939063"/>
                </a:lnTo>
                <a:lnTo>
                  <a:pt x="313612" y="957702"/>
                </a:lnTo>
                <a:lnTo>
                  <a:pt x="356922" y="972561"/>
                </a:lnTo>
                <a:lnTo>
                  <a:pt x="401933" y="983432"/>
                </a:lnTo>
                <a:lnTo>
                  <a:pt x="448437" y="990106"/>
                </a:lnTo>
                <a:lnTo>
                  <a:pt x="496227" y="992377"/>
                </a:lnTo>
                <a:lnTo>
                  <a:pt x="544022" y="990106"/>
                </a:lnTo>
                <a:lnTo>
                  <a:pt x="590530" y="983432"/>
                </a:lnTo>
                <a:lnTo>
                  <a:pt x="635544" y="972561"/>
                </a:lnTo>
                <a:lnTo>
                  <a:pt x="678855" y="957702"/>
                </a:lnTo>
                <a:lnTo>
                  <a:pt x="720256" y="939063"/>
                </a:lnTo>
                <a:lnTo>
                  <a:pt x="759539" y="916852"/>
                </a:lnTo>
                <a:lnTo>
                  <a:pt x="796497" y="891276"/>
                </a:lnTo>
                <a:lnTo>
                  <a:pt x="830921" y="862543"/>
                </a:lnTo>
                <a:lnTo>
                  <a:pt x="862604" y="830861"/>
                </a:lnTo>
                <a:lnTo>
                  <a:pt x="891337" y="796439"/>
                </a:lnTo>
                <a:lnTo>
                  <a:pt x="916914" y="759483"/>
                </a:lnTo>
                <a:lnTo>
                  <a:pt x="939126" y="720202"/>
                </a:lnTo>
                <a:lnTo>
                  <a:pt x="957765" y="678803"/>
                </a:lnTo>
                <a:lnTo>
                  <a:pt x="972624" y="635494"/>
                </a:lnTo>
                <a:lnTo>
                  <a:pt x="983495" y="590484"/>
                </a:lnTo>
                <a:lnTo>
                  <a:pt x="990170" y="543979"/>
                </a:lnTo>
                <a:lnTo>
                  <a:pt x="992441" y="496188"/>
                </a:lnTo>
                <a:lnTo>
                  <a:pt x="990170" y="448398"/>
                </a:lnTo>
                <a:lnTo>
                  <a:pt x="983495" y="401893"/>
                </a:lnTo>
                <a:lnTo>
                  <a:pt x="972624" y="356883"/>
                </a:lnTo>
                <a:lnTo>
                  <a:pt x="957765" y="313574"/>
                </a:lnTo>
                <a:lnTo>
                  <a:pt x="939126" y="272175"/>
                </a:lnTo>
                <a:lnTo>
                  <a:pt x="916914" y="232894"/>
                </a:lnTo>
                <a:lnTo>
                  <a:pt x="891337" y="195938"/>
                </a:lnTo>
                <a:lnTo>
                  <a:pt x="862604" y="161516"/>
                </a:lnTo>
                <a:lnTo>
                  <a:pt x="830921" y="129834"/>
                </a:lnTo>
                <a:lnTo>
                  <a:pt x="796497" y="101101"/>
                </a:lnTo>
                <a:lnTo>
                  <a:pt x="759539" y="75525"/>
                </a:lnTo>
                <a:lnTo>
                  <a:pt x="720256" y="53314"/>
                </a:lnTo>
                <a:lnTo>
                  <a:pt x="678855" y="34675"/>
                </a:lnTo>
                <a:lnTo>
                  <a:pt x="635544" y="19816"/>
                </a:lnTo>
                <a:lnTo>
                  <a:pt x="590530" y="8945"/>
                </a:lnTo>
                <a:lnTo>
                  <a:pt x="544022" y="2271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4902834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332054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1509" y="1987169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3"/>
                </a:lnTo>
                <a:lnTo>
                  <a:pt x="15895" y="366745"/>
                </a:lnTo>
                <a:lnTo>
                  <a:pt x="34688" y="409085"/>
                </a:lnTo>
                <a:lnTo>
                  <a:pt x="59755" y="447017"/>
                </a:lnTo>
                <a:lnTo>
                  <a:pt x="90378" y="479772"/>
                </a:lnTo>
                <a:lnTo>
                  <a:pt x="125839" y="506584"/>
                </a:lnTo>
                <a:lnTo>
                  <a:pt x="165420" y="526685"/>
                </a:lnTo>
                <a:lnTo>
                  <a:pt x="208405" y="539308"/>
                </a:lnTo>
                <a:lnTo>
                  <a:pt x="254076" y="543686"/>
                </a:lnTo>
                <a:lnTo>
                  <a:pt x="299754" y="539308"/>
                </a:lnTo>
                <a:lnTo>
                  <a:pt x="342740" y="526685"/>
                </a:lnTo>
                <a:lnTo>
                  <a:pt x="382317" y="506584"/>
                </a:lnTo>
                <a:lnTo>
                  <a:pt x="417768" y="479772"/>
                </a:lnTo>
                <a:lnTo>
                  <a:pt x="448379" y="447017"/>
                </a:lnTo>
                <a:lnTo>
                  <a:pt x="473434" y="409085"/>
                </a:lnTo>
                <a:lnTo>
                  <a:pt x="492216" y="366745"/>
                </a:lnTo>
                <a:lnTo>
                  <a:pt x="504011" y="320763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1509" y="398818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1509" y="265290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19632" y="2109597"/>
            <a:ext cx="170815" cy="228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1509" y="643039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1509" y="5764529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1509" y="708850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1509" y="77561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79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6"/>
                </a:lnTo>
                <a:lnTo>
                  <a:pt x="299754" y="539308"/>
                </a:lnTo>
                <a:lnTo>
                  <a:pt x="342740" y="526683"/>
                </a:lnTo>
                <a:lnTo>
                  <a:pt x="382317" y="506579"/>
                </a:lnTo>
                <a:lnTo>
                  <a:pt x="417768" y="479761"/>
                </a:lnTo>
                <a:lnTo>
                  <a:pt x="448379" y="446995"/>
                </a:lnTo>
                <a:lnTo>
                  <a:pt x="473434" y="409048"/>
                </a:lnTo>
                <a:lnTo>
                  <a:pt x="492216" y="366685"/>
                </a:lnTo>
                <a:lnTo>
                  <a:pt x="504011" y="320674"/>
                </a:lnTo>
                <a:lnTo>
                  <a:pt x="508101" y="271779"/>
                </a:lnTo>
                <a:lnTo>
                  <a:pt x="504011" y="222923"/>
                </a:lnTo>
                <a:lnTo>
                  <a:pt x="492216" y="176941"/>
                </a:lnTo>
                <a:lnTo>
                  <a:pt x="473434" y="134601"/>
                </a:lnTo>
                <a:lnTo>
                  <a:pt x="448379" y="96669"/>
                </a:lnTo>
                <a:lnTo>
                  <a:pt x="417768" y="63914"/>
                </a:lnTo>
                <a:lnTo>
                  <a:pt x="382317" y="37102"/>
                </a:lnTo>
                <a:lnTo>
                  <a:pt x="342740" y="17001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2680" y="5887592"/>
            <a:ext cx="165735" cy="2277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35" dirty="0"/>
              <a:t> </a:t>
            </a:r>
            <a:r>
              <a:rPr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8C6F6F8-AD85-44AB-4754-525421A16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441" y="2199864"/>
            <a:ext cx="8907118" cy="58872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531863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5565775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7734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45844" y="2105024"/>
            <a:ext cx="170815" cy="295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7734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4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6548755"/>
            <a:ext cx="165735" cy="1621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CA75E1A-4C39-5EBF-4947-513927F70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518" y="1861679"/>
            <a:ext cx="11926964" cy="65636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597687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2"/>
                </a:lnTo>
                <a:lnTo>
                  <a:pt x="401942" y="8950"/>
                </a:lnTo>
                <a:lnTo>
                  <a:pt x="356929" y="19827"/>
                </a:lnTo>
                <a:lnTo>
                  <a:pt x="313618" y="34693"/>
                </a:lnTo>
                <a:lnTo>
                  <a:pt x="272216" y="53341"/>
                </a:lnTo>
                <a:lnTo>
                  <a:pt x="232930" y="75562"/>
                </a:lnTo>
                <a:lnTo>
                  <a:pt x="195970" y="101148"/>
                </a:lnTo>
                <a:lnTo>
                  <a:pt x="161543" y="129892"/>
                </a:lnTo>
                <a:lnTo>
                  <a:pt x="129857" y="161585"/>
                </a:lnTo>
                <a:lnTo>
                  <a:pt x="101120" y="196018"/>
                </a:lnTo>
                <a:lnTo>
                  <a:pt x="75540" y="232985"/>
                </a:lnTo>
                <a:lnTo>
                  <a:pt x="53325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5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5" y="720329"/>
                </a:lnTo>
                <a:lnTo>
                  <a:pt x="75540" y="759610"/>
                </a:lnTo>
                <a:lnTo>
                  <a:pt x="101120" y="796566"/>
                </a:lnTo>
                <a:lnTo>
                  <a:pt x="129857" y="830988"/>
                </a:lnTo>
                <a:lnTo>
                  <a:pt x="161543" y="862670"/>
                </a:lnTo>
                <a:lnTo>
                  <a:pt x="195970" y="891403"/>
                </a:lnTo>
                <a:lnTo>
                  <a:pt x="232930" y="916979"/>
                </a:lnTo>
                <a:lnTo>
                  <a:pt x="272216" y="939190"/>
                </a:lnTo>
                <a:lnTo>
                  <a:pt x="313618" y="957829"/>
                </a:lnTo>
                <a:lnTo>
                  <a:pt x="356929" y="972688"/>
                </a:lnTo>
                <a:lnTo>
                  <a:pt x="401942" y="983559"/>
                </a:lnTo>
                <a:lnTo>
                  <a:pt x="448448" y="990233"/>
                </a:lnTo>
                <a:lnTo>
                  <a:pt x="496239" y="992504"/>
                </a:lnTo>
                <a:lnTo>
                  <a:pt x="544023" y="990233"/>
                </a:lnTo>
                <a:lnTo>
                  <a:pt x="590524" y="983559"/>
                </a:lnTo>
                <a:lnTo>
                  <a:pt x="635533" y="972688"/>
                </a:lnTo>
                <a:lnTo>
                  <a:pt x="678843" y="957829"/>
                </a:lnTo>
                <a:lnTo>
                  <a:pt x="720246" y="939190"/>
                </a:lnTo>
                <a:lnTo>
                  <a:pt x="759533" y="916979"/>
                </a:lnTo>
                <a:lnTo>
                  <a:pt x="796496" y="891403"/>
                </a:lnTo>
                <a:lnTo>
                  <a:pt x="830927" y="862670"/>
                </a:lnTo>
                <a:lnTo>
                  <a:pt x="862617" y="830988"/>
                </a:lnTo>
                <a:lnTo>
                  <a:pt x="891359" y="796566"/>
                </a:lnTo>
                <a:lnTo>
                  <a:pt x="916944" y="759610"/>
                </a:lnTo>
                <a:lnTo>
                  <a:pt x="939165" y="720329"/>
                </a:lnTo>
                <a:lnTo>
                  <a:pt x="957812" y="678930"/>
                </a:lnTo>
                <a:lnTo>
                  <a:pt x="972678" y="635621"/>
                </a:lnTo>
                <a:lnTo>
                  <a:pt x="983554" y="590611"/>
                </a:lnTo>
                <a:lnTo>
                  <a:pt x="990232" y="544106"/>
                </a:lnTo>
                <a:lnTo>
                  <a:pt x="992504" y="496315"/>
                </a:lnTo>
                <a:lnTo>
                  <a:pt x="990232" y="448523"/>
                </a:lnTo>
                <a:lnTo>
                  <a:pt x="983554" y="402015"/>
                </a:lnTo>
                <a:lnTo>
                  <a:pt x="972678" y="356999"/>
                </a:lnTo>
                <a:lnTo>
                  <a:pt x="957812" y="313683"/>
                </a:lnTo>
                <a:lnTo>
                  <a:pt x="939165" y="272276"/>
                </a:lnTo>
                <a:lnTo>
                  <a:pt x="916944" y="232985"/>
                </a:lnTo>
                <a:lnTo>
                  <a:pt x="891359" y="196018"/>
                </a:lnTo>
                <a:lnTo>
                  <a:pt x="862617" y="161585"/>
                </a:lnTo>
                <a:lnTo>
                  <a:pt x="830927" y="129892"/>
                </a:lnTo>
                <a:lnTo>
                  <a:pt x="796496" y="101148"/>
                </a:lnTo>
                <a:lnTo>
                  <a:pt x="759533" y="75562"/>
                </a:lnTo>
                <a:lnTo>
                  <a:pt x="720246" y="53341"/>
                </a:lnTo>
                <a:lnTo>
                  <a:pt x="678843" y="34693"/>
                </a:lnTo>
                <a:lnTo>
                  <a:pt x="635533" y="19827"/>
                </a:lnTo>
                <a:lnTo>
                  <a:pt x="590524" y="8950"/>
                </a:lnTo>
                <a:lnTo>
                  <a:pt x="544023" y="2272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974" y="6224142"/>
            <a:ext cx="2298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4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16520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70" dirty="0"/>
              <a:t> </a:t>
            </a:r>
            <a:r>
              <a:rPr spc="-20" dirty="0"/>
              <a:t>USED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B57823-F974-23F1-3D9C-B64CFE2D6862}"/>
              </a:ext>
            </a:extLst>
          </p:cNvPr>
          <p:cNvSpPr txBox="1"/>
          <p:nvPr/>
        </p:nvSpPr>
        <p:spPr>
          <a:xfrm>
            <a:off x="3234099" y="1792486"/>
            <a:ext cx="11819802" cy="769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dirty="0">
                <a:effectLst/>
              </a:rPr>
              <a:t>Frontend:</a:t>
            </a:r>
            <a:r>
              <a:rPr lang="en-IN" sz="2600" dirty="0">
                <a:effectLst/>
              </a:rPr>
              <a:t> HTML5, CSS3, JavaScript (ES6)</a:t>
            </a:r>
            <a:endParaRPr lang="en-IN" sz="2600" dirty="0"/>
          </a:p>
          <a:p>
            <a:pPr>
              <a:buNone/>
            </a:pPr>
            <a:br>
              <a:rPr lang="en-IN" sz="2600" dirty="0"/>
            </a:br>
            <a:endParaRPr lang="en-IN" sz="2600" dirty="0"/>
          </a:p>
          <a:p>
            <a:pPr>
              <a:buNone/>
            </a:pPr>
            <a:r>
              <a:rPr lang="en-IN" sz="2600" b="1" dirty="0">
                <a:effectLst/>
              </a:rPr>
              <a:t>Core Library: </a:t>
            </a:r>
            <a:r>
              <a:rPr lang="en-IN" sz="2600" dirty="0">
                <a:effectLst/>
              </a:rPr>
              <a:t>React JS (Functional Components, JSX)</a:t>
            </a:r>
            <a:endParaRPr lang="en-IN" sz="2600" dirty="0"/>
          </a:p>
          <a:p>
            <a:pPr>
              <a:buNone/>
            </a:pPr>
            <a:br>
              <a:rPr lang="en-IN" sz="2600" dirty="0"/>
            </a:br>
            <a:endParaRPr lang="en-IN" sz="2600" dirty="0"/>
          </a:p>
          <a:p>
            <a:pPr>
              <a:buNone/>
            </a:pPr>
            <a:r>
              <a:rPr lang="en-IN" sz="2600" b="1" dirty="0">
                <a:effectLst/>
              </a:rPr>
              <a:t>State Management: </a:t>
            </a:r>
            <a:r>
              <a:rPr lang="en-IN" sz="2600" dirty="0">
                <a:effectLst/>
              </a:rPr>
              <a:t>React Hooks (</a:t>
            </a:r>
            <a:r>
              <a:rPr lang="en-IN" sz="2600" dirty="0" err="1">
                <a:effectLst/>
              </a:rPr>
              <a:t>useState</a:t>
            </a:r>
            <a:r>
              <a:rPr lang="en-IN" sz="2600" dirty="0">
                <a:effectLst/>
              </a:rPr>
              <a:t>)</a:t>
            </a:r>
            <a:endParaRPr lang="en-IN" sz="2600" dirty="0"/>
          </a:p>
          <a:p>
            <a:pPr>
              <a:buNone/>
            </a:pPr>
            <a:br>
              <a:rPr lang="en-IN" sz="2600" dirty="0"/>
            </a:br>
            <a:endParaRPr lang="en-IN" sz="2600" dirty="0"/>
          </a:p>
          <a:p>
            <a:pPr>
              <a:buNone/>
            </a:pPr>
            <a:r>
              <a:rPr lang="en-IN" sz="2600" b="1" dirty="0">
                <a:effectLst/>
              </a:rPr>
              <a:t>Tools:</a:t>
            </a:r>
            <a:r>
              <a:rPr lang="en-IN" sz="2600" dirty="0">
                <a:effectLst/>
              </a:rPr>
              <a:t> Node.js, NPM (Node Package Manager), VS Code (Source Code Editor)</a:t>
            </a:r>
            <a:endParaRPr lang="en-IN" sz="2600" dirty="0"/>
          </a:p>
          <a:p>
            <a:pPr>
              <a:buNone/>
            </a:pPr>
            <a:endParaRPr lang="en-IN" sz="2600" dirty="0"/>
          </a:p>
          <a:p>
            <a:pPr>
              <a:buNone/>
            </a:pPr>
            <a:r>
              <a:rPr lang="en-IN" sz="2600" b="1" dirty="0">
                <a:effectLst/>
              </a:rPr>
              <a:t>Hardware / Software Requirements:</a:t>
            </a:r>
            <a:endParaRPr lang="en-IN" sz="2600" b="1" dirty="0"/>
          </a:p>
          <a:p>
            <a:pPr>
              <a:buNone/>
            </a:pPr>
            <a:endParaRPr lang="en-IN" sz="2600" dirty="0"/>
          </a:p>
          <a:p>
            <a:pPr>
              <a:buNone/>
            </a:pPr>
            <a:r>
              <a:rPr lang="en-IN" sz="2600" dirty="0">
                <a:effectLst/>
              </a:rPr>
              <a:t>RAM: Minimum 4GB Processor</a:t>
            </a:r>
            <a:br>
              <a:rPr lang="en-IN" sz="2600" dirty="0"/>
            </a:br>
            <a:endParaRPr lang="en-IN" sz="2600" dirty="0"/>
          </a:p>
          <a:p>
            <a:pPr>
              <a:buNone/>
            </a:pPr>
            <a:r>
              <a:rPr lang="en-IN" sz="2600" dirty="0">
                <a:effectLst/>
              </a:rPr>
              <a:t>Storage: Minimum 500MB free disk space</a:t>
            </a:r>
            <a:br>
              <a:rPr lang="en-IN" sz="2600" dirty="0"/>
            </a:br>
            <a:endParaRPr lang="en-IN" sz="2600" dirty="0"/>
          </a:p>
          <a:p>
            <a:pPr>
              <a:buNone/>
            </a:pPr>
            <a:r>
              <a:rPr lang="en-IN" sz="2600" dirty="0">
                <a:effectLst/>
              </a:rPr>
              <a:t>Software: Node.js runtime environment, Web Browser (Google Chrome)</a:t>
            </a:r>
            <a:endParaRPr lang="en-IN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878" y="6901433"/>
            <a:ext cx="241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7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1CF3D4-C257-1C80-6FD5-649E3A2B9349}"/>
              </a:ext>
            </a:extLst>
          </p:cNvPr>
          <p:cNvSpPr txBox="1"/>
          <p:nvPr/>
        </p:nvSpPr>
        <p:spPr>
          <a:xfrm>
            <a:off x="3429000" y="2018354"/>
            <a:ext cx="11855337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effectLst/>
              </a:rPr>
              <a:t>Module 1: Event Details Module</a:t>
            </a:r>
            <a:endParaRPr lang="en-US" sz="2000" b="1" dirty="0"/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Displays event name, department, venue, and price.</a:t>
            </a:r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Dynamically renders the updating available ticket count based on user actions.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effectLst/>
              </a:rPr>
              <a:t>Module 2: Ticket Booking Module</a:t>
            </a:r>
            <a:endParaRPr lang="en-US" sz="2000" b="1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Provides controlled form inputs for Name, Email, Dept, and Ticket Quantity.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effectLst/>
              </a:rPr>
              <a:t>Module 3: Validation Module</a:t>
            </a:r>
            <a:endParaRPr lang="en-US" sz="2000" b="1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Ensures mandatory fields, valid email formats, and positive ticket numbers.</a:t>
            </a:r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Displays user-friendly error messages if criteria are not met.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effectLst/>
              </a:rPr>
              <a:t>Module 4: Output &amp; Summary Module</a:t>
            </a:r>
            <a:endParaRPr lang="en-US" sz="2000" b="1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Conditionally renders a booking receipt showing the total amount calculated.</a:t>
            </a:r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Hides the booking form and updates the global ticket capacity.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2070" y="6944106"/>
            <a:ext cx="2178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48892" y="4773929"/>
            <a:ext cx="165735" cy="1621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974205" y="2175510"/>
            <a:ext cx="17348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latin typeface="Times New Roman"/>
                <a:cs typeface="Times New Roman"/>
              </a:rPr>
              <a:t>Login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Page</a:t>
            </a:r>
            <a:r>
              <a:rPr sz="2500" b="1" spc="-70" dirty="0">
                <a:latin typeface="Times New Roman"/>
                <a:cs typeface="Times New Roman"/>
              </a:rPr>
              <a:t> </a:t>
            </a:r>
            <a:r>
              <a:rPr sz="2500" b="1" spc="-60" dirty="0">
                <a:latin typeface="Times New Roman"/>
                <a:cs typeface="Times New Roman"/>
              </a:rPr>
              <a:t>: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74205" y="2556510"/>
            <a:ext cx="8467090" cy="2311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94615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Times New Roman"/>
                <a:cs typeface="Times New Roman"/>
              </a:rPr>
              <a:t>Allows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registered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students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enter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their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email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password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to </a:t>
            </a:r>
            <a:r>
              <a:rPr sz="2500" dirty="0">
                <a:latin typeface="Times New Roman"/>
                <a:cs typeface="Times New Roman"/>
              </a:rPr>
              <a:t>access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system.</a:t>
            </a:r>
            <a:endParaRPr sz="2500">
              <a:latin typeface="Times New Roman"/>
              <a:cs typeface="Times New Roman"/>
            </a:endParaRPr>
          </a:p>
          <a:p>
            <a:pPr marL="355600" marR="894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system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verifies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credentials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from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database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for </a:t>
            </a:r>
            <a:r>
              <a:rPr sz="2500" spc="-10" dirty="0">
                <a:latin typeface="Times New Roman"/>
                <a:cs typeface="Times New Roman"/>
              </a:rPr>
              <a:t>authentication.</a:t>
            </a:r>
            <a:endParaRPr sz="25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Times New Roman"/>
                <a:cs typeface="Times New Roman"/>
              </a:rPr>
              <a:t>After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successful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login,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user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redirected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dashboard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to </a:t>
            </a:r>
            <a:r>
              <a:rPr sz="2500" dirty="0">
                <a:latin typeface="Times New Roman"/>
                <a:cs typeface="Times New Roman"/>
              </a:rPr>
              <a:t>select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courses.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69794" y="6855409"/>
            <a:ext cx="8789035" cy="2312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latin typeface="Times New Roman"/>
                <a:cs typeface="Times New Roman"/>
              </a:rPr>
              <a:t>Register</a:t>
            </a:r>
            <a:r>
              <a:rPr sz="2500" b="1" spc="-8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Page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spc="-50" dirty="0">
                <a:latin typeface="Times New Roman"/>
                <a:cs typeface="Times New Roman"/>
              </a:rPr>
              <a:t>:</a:t>
            </a:r>
            <a:endParaRPr sz="2500" dirty="0">
              <a:latin typeface="Times New Roman"/>
              <a:cs typeface="Times New Roman"/>
            </a:endParaRPr>
          </a:p>
          <a:p>
            <a:pPr marL="299085" marR="29654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2500" dirty="0">
                <a:latin typeface="Times New Roman"/>
                <a:cs typeface="Times New Roman"/>
              </a:rPr>
              <a:t>Enables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new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users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create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account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by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entering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name,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email,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password.</a:t>
            </a:r>
            <a:endParaRPr sz="2500" dirty="0">
              <a:latin typeface="Times New Roman"/>
              <a:cs typeface="Times New Roman"/>
            </a:endParaRPr>
          </a:p>
          <a:p>
            <a:pPr marL="299720" indent="-287020">
              <a:lnSpc>
                <a:spcPct val="100000"/>
              </a:lnSpc>
              <a:buFont typeface="Arial MT"/>
              <a:buChar char="•"/>
              <a:tabLst>
                <a:tab pos="299720" algn="l"/>
              </a:tabLst>
            </a:pP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system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stores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user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details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securely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database</a:t>
            </a:r>
            <a:endParaRPr sz="2500" dirty="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500" dirty="0">
                <a:latin typeface="Times New Roman"/>
                <a:cs typeface="Times New Roman"/>
              </a:rPr>
              <a:t>After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successful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registration,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user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can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login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access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Student.</a:t>
            </a:r>
            <a:endParaRPr sz="2500" dirty="0">
              <a:latin typeface="Times New Roman"/>
              <a:cs typeface="Times New Roman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F7B021E-72C3-7081-61AA-99B0AB57F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939" y="1376257"/>
            <a:ext cx="4744085" cy="420824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15A6982-C3A6-CD63-D9CC-063971BE2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5143500"/>
            <a:ext cx="5696511" cy="42082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67562" y="4106417"/>
            <a:ext cx="727075" cy="4063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24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887027" y="1144482"/>
            <a:ext cx="12513945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20" dirty="0">
                <a:latin typeface="Calibri"/>
                <a:cs typeface="Calibri"/>
              </a:rPr>
              <a:t>Admin Dashboard </a:t>
            </a:r>
            <a:r>
              <a:rPr sz="2400" b="1" spc="-20" dirty="0">
                <a:latin typeface="Calibri"/>
                <a:cs typeface="Calibri"/>
              </a:rPr>
              <a:t>Page:</a:t>
            </a:r>
            <a:endParaRPr sz="2400" dirty="0">
              <a:latin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Dynamic Data Visualization: Utilizes clear visual charts—such as a bar chart for departmental ticket distribution and a donut chart for booking statuses—to make complex data easy to read at a glance.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Centralized Control Panel: Provides a dedicated administrative sidebar menu, giving organizers quick access to manage overall bookings, track analytics, and monitor live event stats from a single view.</a:t>
            </a:r>
            <a:endParaRPr lang="en-US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40B0DA8-9087-B975-823B-BA2382EC5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669" y="3859910"/>
            <a:ext cx="13101968" cy="63422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76706" y="4106417"/>
            <a:ext cx="704850" cy="4063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  <a:spcBef>
                <a:spcPts val="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24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627502" y="1480819"/>
            <a:ext cx="3219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Dashboard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Page: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89427" y="1948372"/>
            <a:ext cx="1363662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Event Details: Clearly displays core information like the event name, activities, and ticket price.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Live State Tracking: Shows real-time available seats, driven by </a:t>
            </a:r>
            <a:r>
              <a:rPr lang="en-US" sz="2400" dirty="0" err="1">
                <a:effectLst/>
              </a:rPr>
              <a:t>React's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useState</a:t>
            </a:r>
            <a:r>
              <a:rPr lang="en-US" sz="2400" dirty="0">
                <a:effectLst/>
              </a:rPr>
              <a:t> hook.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</a:rPr>
              <a:t>Interactive CTA: The "Book Ticket" button acts as the event handler to trigger the booking form via conditional rendering.</a:t>
            </a:r>
            <a:endParaRPr lang="en-US" sz="2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429C90-3BD2-2CC4-AFA5-DBD0FA698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687" y="3859910"/>
            <a:ext cx="13636625" cy="58584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73658" y="4106417"/>
            <a:ext cx="711835" cy="4063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  <a:spcBef>
                <a:spcPts val="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24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42922" y="1419555"/>
            <a:ext cx="5043678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110" dirty="0">
                <a:latin typeface="Calibri"/>
                <a:cs typeface="Calibri"/>
              </a:rPr>
              <a:t>Book Ticket</a:t>
            </a:r>
            <a:r>
              <a:rPr sz="2800" b="1" spc="-11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Dashboard</a:t>
            </a:r>
            <a:r>
              <a:rPr lang="en-US" sz="2800" b="1" spc="-9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Page: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42922" y="1900354"/>
            <a:ext cx="13634085" cy="21666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Dynamic State Visuals: Features a real-time progress bar tracking seat capacity (186/200) and an instant price calculator that updates the total cost via React state.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Controlled Form Inputs: Captures all mandatory user data (Name, Email, Department, Ticket Quantity) required for strict client-side validation before submission.</a:t>
            </a:r>
            <a:endParaRPr lang="en-US" sz="2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736B2F6-7F18-EB6C-F9C8-58F37DCBF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4255451"/>
            <a:ext cx="14106525" cy="53584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732155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5" y="720202"/>
                </a:lnTo>
                <a:lnTo>
                  <a:pt x="75540" y="759483"/>
                </a:lnTo>
                <a:lnTo>
                  <a:pt x="101120" y="796439"/>
                </a:lnTo>
                <a:lnTo>
                  <a:pt x="129857" y="830861"/>
                </a:lnTo>
                <a:lnTo>
                  <a:pt x="161543" y="862543"/>
                </a:lnTo>
                <a:lnTo>
                  <a:pt x="195970" y="891276"/>
                </a:lnTo>
                <a:lnTo>
                  <a:pt x="232930" y="916852"/>
                </a:lnTo>
                <a:lnTo>
                  <a:pt x="272216" y="939063"/>
                </a:lnTo>
                <a:lnTo>
                  <a:pt x="313618" y="957702"/>
                </a:lnTo>
                <a:lnTo>
                  <a:pt x="356929" y="972561"/>
                </a:lnTo>
                <a:lnTo>
                  <a:pt x="401942" y="983432"/>
                </a:lnTo>
                <a:lnTo>
                  <a:pt x="448448" y="990106"/>
                </a:lnTo>
                <a:lnTo>
                  <a:pt x="496239" y="992377"/>
                </a:lnTo>
                <a:lnTo>
                  <a:pt x="544023" y="990106"/>
                </a:lnTo>
                <a:lnTo>
                  <a:pt x="590524" y="983432"/>
                </a:lnTo>
                <a:lnTo>
                  <a:pt x="635533" y="972561"/>
                </a:lnTo>
                <a:lnTo>
                  <a:pt x="678843" y="957702"/>
                </a:lnTo>
                <a:lnTo>
                  <a:pt x="720246" y="939063"/>
                </a:lnTo>
                <a:lnTo>
                  <a:pt x="759533" y="916852"/>
                </a:lnTo>
                <a:lnTo>
                  <a:pt x="796496" y="891276"/>
                </a:lnTo>
                <a:lnTo>
                  <a:pt x="830927" y="862543"/>
                </a:lnTo>
                <a:lnTo>
                  <a:pt x="862617" y="830861"/>
                </a:lnTo>
                <a:lnTo>
                  <a:pt x="891359" y="796439"/>
                </a:lnTo>
                <a:lnTo>
                  <a:pt x="916944" y="759483"/>
                </a:lnTo>
                <a:lnTo>
                  <a:pt x="939165" y="720202"/>
                </a:lnTo>
                <a:lnTo>
                  <a:pt x="957812" y="678803"/>
                </a:lnTo>
                <a:lnTo>
                  <a:pt x="972678" y="635494"/>
                </a:lnTo>
                <a:lnTo>
                  <a:pt x="983554" y="590484"/>
                </a:lnTo>
                <a:lnTo>
                  <a:pt x="990232" y="543979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7568641"/>
            <a:ext cx="247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665391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0416" y="6776669"/>
            <a:ext cx="161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6640">
              <a:lnSpc>
                <a:spcPct val="100000"/>
              </a:lnSpc>
              <a:spcBef>
                <a:spcPts val="100"/>
              </a:spcBef>
            </a:pPr>
            <a:r>
              <a:rPr dirty="0"/>
              <a:t>AD</a:t>
            </a:r>
            <a:r>
              <a:rPr spc="-610" dirty="0"/>
              <a:t>V</a:t>
            </a:r>
            <a:r>
              <a:rPr spc="5" dirty="0"/>
              <a:t>AN</a:t>
            </a:r>
            <a:r>
              <a:rPr spc="-345" dirty="0"/>
              <a:t>T</a:t>
            </a:r>
            <a:r>
              <a:rPr dirty="0"/>
              <a:t>A</a:t>
            </a:r>
            <a:r>
              <a:rPr spc="-5" dirty="0"/>
              <a:t>GE</a:t>
            </a:r>
            <a:r>
              <a:rPr spc="5" dirty="0"/>
              <a:t>S</a:t>
            </a:r>
            <a:r>
              <a:rPr spc="-95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spc="-45" dirty="0"/>
              <a:t>LIMITATIONS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898393" y="1902516"/>
            <a:ext cx="12950825" cy="361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digital ticketing platform that eliminates the need for manual, paper-based registration processes.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client-side validation ensures users submit correct data without requiring administrative help or server round-trips.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seamlessly view event details and book tickets instantly without slow page reloads, thanks to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React's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component-based architecture.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state management automatically tracks and updates available tickets in real time, preventing overbooking.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898394" y="5990031"/>
            <a:ext cx="179514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26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68587" y="5659534"/>
            <a:ext cx="12950825" cy="28142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Currently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support a persistent backend database, meaning available ticket counts reset upon refreshing the browser.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payment gateway integration is available in the current implementation for processing actual financial transactions.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a local Node.js development environment to run, making it not yet ready for live cloud deployment.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1396" y="4019803"/>
            <a:ext cx="7397750" cy="172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150" i="1" spc="195" dirty="0">
                <a:solidFill>
                  <a:srgbClr val="181818"/>
                </a:solidFill>
                <a:latin typeface="Trebuchet MS"/>
                <a:cs typeface="Trebuchet MS"/>
              </a:rPr>
              <a:t>Thank</a:t>
            </a:r>
            <a:r>
              <a:rPr sz="11150" i="1" spc="-10" dirty="0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sz="11150" i="1" spc="600" dirty="0">
                <a:solidFill>
                  <a:srgbClr val="181818"/>
                </a:solidFill>
                <a:latin typeface="Trebuchet MS"/>
                <a:cs typeface="Trebuchet MS"/>
              </a:rPr>
              <a:t>you</a:t>
            </a:r>
            <a:endParaRPr sz="1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1182</Words>
  <Application>Microsoft Office PowerPoint</Application>
  <PresentationFormat>Custom</PresentationFormat>
  <Paragraphs>267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MT</vt:lpstr>
      <vt:lpstr>Calibri</vt:lpstr>
      <vt:lpstr>Cambria</vt:lpstr>
      <vt:lpstr>Tahoma</vt:lpstr>
      <vt:lpstr>Times New Roman</vt:lpstr>
      <vt:lpstr>Trebuchet MS</vt:lpstr>
      <vt:lpstr>Office Theme</vt:lpstr>
      <vt:lpstr>School of Computing</vt:lpstr>
      <vt:lpstr>INTRODUCTION</vt:lpstr>
      <vt:lpstr>PROBLEM STATEMENT</vt:lpstr>
      <vt:lpstr>OBJECTIVE(S)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HP</dc:creator>
  <cp:lastModifiedBy>Navadeep Krishna</cp:lastModifiedBy>
  <cp:revision>1</cp:revision>
  <dcterms:created xsi:type="dcterms:W3CDTF">2026-04-20T02:36:44Z</dcterms:created>
  <dcterms:modified xsi:type="dcterms:W3CDTF">2026-04-20T05:07:38Z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2026-03-23T00:00:00Z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2026-04-20T00:00:00Z</vt:filetime>
  </property>
  <property fmtid="{D5CDD505-2E9C-101B-9397-08002B2CF9AE}" pid="6" name="Producer">
    <vt:lpwstr>Microsoft® PowerPoint® for Microsoft 365</vt:lpwstr>
  </property>
</Properties>
</file>